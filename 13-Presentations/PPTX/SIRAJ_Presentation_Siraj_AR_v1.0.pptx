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8.jpg"/><Relationship Id="rId7" Type="http://schemas.openxmlformats.org/officeDocument/2006/relationships/image" Target="../media/image12.jp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Lumen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2540000"/>
            <a:ext cx="3810000" cy="10901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40640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sz="2000" b="0">
                <a:solidFill>
                  <a:srgbClr val="E9DDD4"/>
                </a:solidFill>
                <a:latin typeface="Tajawal"/>
                <a:cs typeface="Tajawal"/>
              </a:rPr>
              <a:t>سراج للتطوير العقاري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Corner_Cloudy-Day_Clean_v1.0.jpg"/>
          <p:cNvPicPr>
            <a:picLocks noChangeAspect="1"/>
          </p:cNvPicPr>
          <p:nvPr/>
        </p:nvPicPr>
        <p:blipFill>
          <a:blip r:embed="rId2"/>
          <a:srcRect l="6322" r="6322"/>
          <a:stretch>
            <a:fillRect/>
          </a:stretch>
        </p:blipFill>
        <p:spPr>
          <a:xfrm>
            <a:off x="0" y="0"/>
            <a:ext cx="482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61000" y="952500"/>
            <a:ext cx="596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من نحن</a:t>
            </a:r>
          </a:p>
        </p:txBody>
      </p:sp>
      <p:sp>
        <p:nvSpPr>
          <p:cNvPr id="4" name="Diamond 3"/>
          <p:cNvSpPr/>
          <p:nvPr/>
        </p:nvSpPr>
        <p:spPr>
          <a:xfrm>
            <a:off x="11518900" y="1028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61000" y="1460500"/>
            <a:ext cx="5969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Light"/>
                <a:cs typeface="Tajawal ExtraLight"/>
              </a:rPr>
              <a:t>نطوّر مشاريع عقارية</a:t>
            </a:r>
          </a:p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Bold"/>
                <a:cs typeface="Tajawal ExtraBold"/>
              </a:rPr>
              <a:t>مدروسة في مسقط.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0" y="3302000"/>
            <a:ext cx="5969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700" b="0">
                <a:solidFill>
                  <a:srgbClr val="3B3436"/>
                </a:solidFill>
                <a:latin typeface="Tajawal"/>
                <a:cs typeface="Tajawal"/>
              </a:rPr>
              <a:t>نختار المكان بعناية، ونصمّم بالضوء والمادة والتفاصيل، ونبني ما يبقى.</a:t>
            </a:r>
          </a:p>
        </p:txBody>
      </p:sp>
      <p:pic>
        <p:nvPicPr>
          <p:cNvPr id="7" name="Picture 6" descr="SIRAJ_Logo_Primary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9" name="Picture 8" descr="ig_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معنى الاسم</a:t>
            </a:r>
          </a:p>
        </p:txBody>
      </p:sp>
      <p:sp>
        <p:nvSpPr>
          <p:cNvPr id="5" name="Diamond 4"/>
          <p:cNvSpPr/>
          <p:nvPr/>
        </p:nvSpPr>
        <p:spPr>
          <a:xfrm>
            <a:off x="11518900" y="1981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24130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Bold"/>
                <a:cs typeface="Tajawal ExtraBold"/>
              </a:rPr>
              <a:t>سِراج</a:t>
            </a:r>
          </a:p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Light"/>
                <a:cs typeface="Tajawal ExtraLight"/>
              </a:rPr>
              <a:t>المصباح المضيء.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9" name="Picture 8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ما نؤمن به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838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الضوء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الضوء جزءٌ من العمارة، لا زينةٌ تُضاف إليها.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المادة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موادٌ صادقة، تبقى جميلةً مع الزمن.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التفاصيل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مدروسة في كل تفاصيلها، من الواجهة إلى المقبض.</a:t>
            </a:r>
          </a:p>
        </p:txBody>
      </p:sp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Front_Blue-Hour_Clean_v1.0.jpg"/>
          <p:cNvPicPr>
            <a:picLocks noChangeAspect="1"/>
          </p:cNvPicPr>
          <p:nvPr/>
        </p:nvPicPr>
        <p:blipFill>
          <a:blip r:embed="rId2"/>
          <a:srcRect l="2874" r="2874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016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مسقط</a:t>
            </a:r>
          </a:p>
        </p:txBody>
      </p:sp>
      <p:sp>
        <p:nvSpPr>
          <p:cNvPr id="4" name="Diamond 3"/>
          <p:cNvSpPr/>
          <p:nvPr/>
        </p:nvSpPr>
        <p:spPr>
          <a:xfrm>
            <a:off x="6565900" y="1092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524000"/>
            <a:ext cx="571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7500" b="0">
                <a:solidFill>
                  <a:srgbClr val="F7F2ED"/>
                </a:solidFill>
                <a:latin typeface="Tajawal ExtraBold"/>
                <a:cs typeface="Tajawal ExtraBold"/>
              </a:rPr>
              <a:t>«سراج»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9845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400" b="0">
                <a:solidFill>
                  <a:srgbClr val="E9DDD4"/>
                </a:solidFill>
                <a:latin typeface="Tajawal Light"/>
                <a:cs typeface="Tajawal Light"/>
              </a:rPr>
              <a:t>شقق سكنية ومحلات تجارية.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8" name="Picture 7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10" name="Picture 9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تصوّرات المشروع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647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Project-Siraj_Corner_Cloudy-Day_Clean_v1.0.jpg"/>
          <p:cNvPicPr>
            <a:picLocks noChangeAspect="1"/>
          </p:cNvPicPr>
          <p:nvPr/>
        </p:nvPicPr>
        <p:blipFill>
          <a:blip r:embed="rId2"/>
          <a:srcRect l="26236" r="26236"/>
          <a:stretch>
            <a:fillRect/>
          </a:stretch>
        </p:blipFill>
        <p:spPr>
          <a:xfrm>
            <a:off x="9728200" y="1079500"/>
            <a:ext cx="1701800" cy="4445000"/>
          </a:xfrm>
          <a:prstGeom prst="rect">
            <a:avLst/>
          </a:prstGeom>
        </p:spPr>
      </p:pic>
      <p:pic>
        <p:nvPicPr>
          <p:cNvPr id="5" name="Picture 4" descr="SIRAJ_Project-Siraj_Front_Cloudy-Day_Clean_v1.0.jpg"/>
          <p:cNvPicPr>
            <a:picLocks noChangeAspect="1"/>
          </p:cNvPicPr>
          <p:nvPr/>
        </p:nvPicPr>
        <p:blipFill>
          <a:blip r:embed="rId3"/>
          <a:srcRect l="26236" r="26236"/>
          <a:stretch>
            <a:fillRect/>
          </a:stretch>
        </p:blipFill>
        <p:spPr>
          <a:xfrm>
            <a:off x="7950200" y="1079500"/>
            <a:ext cx="1701800" cy="4445000"/>
          </a:xfrm>
          <a:prstGeom prst="rect">
            <a:avLst/>
          </a:prstGeom>
        </p:spPr>
      </p:pic>
      <p:pic>
        <p:nvPicPr>
          <p:cNvPr id="6" name="Picture 5" descr="SIRAJ_Project-Siraj_Side_Cloudy-Day_Clean_v1.0.jpg"/>
          <p:cNvPicPr>
            <a:picLocks noChangeAspect="1"/>
          </p:cNvPicPr>
          <p:nvPr/>
        </p:nvPicPr>
        <p:blipFill>
          <a:blip r:embed="rId4"/>
          <a:srcRect l="26236" r="26236"/>
          <a:stretch>
            <a:fillRect/>
          </a:stretch>
        </p:blipFill>
        <p:spPr>
          <a:xfrm>
            <a:off x="6172200" y="1079500"/>
            <a:ext cx="1701800" cy="4445000"/>
          </a:xfrm>
          <a:prstGeom prst="rect">
            <a:avLst/>
          </a:prstGeom>
        </p:spPr>
      </p:pic>
      <p:pic>
        <p:nvPicPr>
          <p:cNvPr id="7" name="Picture 6" descr="SIRAJ_Project-Siraj_Corner_Blue-Hour_Clean_v1.0.jpg"/>
          <p:cNvPicPr>
            <a:picLocks noChangeAspect="1"/>
          </p:cNvPicPr>
          <p:nvPr/>
        </p:nvPicPr>
        <p:blipFill>
          <a:blip r:embed="rId5"/>
          <a:srcRect l="26236" r="26236"/>
          <a:stretch>
            <a:fillRect/>
          </a:stretch>
        </p:blipFill>
        <p:spPr>
          <a:xfrm>
            <a:off x="4394200" y="1079500"/>
            <a:ext cx="1701800" cy="4445000"/>
          </a:xfrm>
          <a:prstGeom prst="rect">
            <a:avLst/>
          </a:prstGeom>
        </p:spPr>
      </p:pic>
      <p:pic>
        <p:nvPicPr>
          <p:cNvPr id="8" name="Picture 7" descr="SIRAJ_Project-Siraj_Front_Blue-Hour_Clean_v1.0.jpg"/>
          <p:cNvPicPr>
            <a:picLocks noChangeAspect="1"/>
          </p:cNvPicPr>
          <p:nvPr/>
        </p:nvPicPr>
        <p:blipFill>
          <a:blip r:embed="rId6"/>
          <a:srcRect l="26236" r="26236"/>
          <a:stretch>
            <a:fillRect/>
          </a:stretch>
        </p:blipFill>
        <p:spPr>
          <a:xfrm>
            <a:off x="2616200" y="1079500"/>
            <a:ext cx="1701800" cy="4445000"/>
          </a:xfrm>
          <a:prstGeom prst="rect">
            <a:avLst/>
          </a:prstGeom>
        </p:spPr>
      </p:pic>
      <p:pic>
        <p:nvPicPr>
          <p:cNvPr id="9" name="Picture 8" descr="SIRAJ_Project-Siraj_Side_Blue-Hour_Clean_v1.0.jpg"/>
          <p:cNvPicPr>
            <a:picLocks noChangeAspect="1"/>
          </p:cNvPicPr>
          <p:nvPr/>
        </p:nvPicPr>
        <p:blipFill>
          <a:blip r:embed="rId7"/>
          <a:srcRect l="26236" r="26236"/>
          <a:stretch>
            <a:fillRect/>
          </a:stretch>
        </p:blipFill>
        <p:spPr>
          <a:xfrm>
            <a:off x="838200" y="1079500"/>
            <a:ext cx="1701800" cy="4445000"/>
          </a:xfrm>
          <a:prstGeom prst="rect">
            <a:avLst/>
          </a:prstGeom>
        </p:spPr>
      </p:pic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Lantern_4x5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قلب المدينة،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بيتٌ من ضوء.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Ribbon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حين يحلّ المساء،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يُضيء سراج.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Detail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مدروسة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كل تفاصيلها.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61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1065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286000"/>
            <a:ext cx="3048000" cy="872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38735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2200" b="0">
                <a:solidFill>
                  <a:srgbClr val="F7F2ED"/>
                </a:solidFill>
                <a:latin typeface="Jost"/>
                <a:cs typeface="Jost"/>
              </a:rPr>
              <a:t>77714404</a:t>
            </a:r>
          </a:p>
        </p:txBody>
      </p:sp>
      <p:pic>
        <p:nvPicPr>
          <p:cNvPr id="6" name="Picture 5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8580" y="4460494"/>
            <a:ext cx="198628" cy="198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3568" y="4318000"/>
            <a:ext cx="1923851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7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7244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1400" b="0">
                <a:solidFill>
                  <a:srgbClr val="D6C0B2"/>
                </a:solidFill>
                <a:latin typeface="Jost"/>
                <a:cs typeface="Jost"/>
              </a:rPr>
              <a:t>WWW.SIRAJPROPERTIES.NET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